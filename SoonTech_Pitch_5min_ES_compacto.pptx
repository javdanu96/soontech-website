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breve (20–25s).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30–40s.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45–55s.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60–70s.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60–70s.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45–60s.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12222E"/>
                </a:solidFill>
                <a:latin typeface="Overpass"/>
              </a:rPr>
              <a:t>SoonTech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3C3C3C"/>
                </a:solidFill>
                <a:latin typeface="Overpass"/>
              </a:rPr>
              <a:t>Socios en innovación tecnológica para PYMEs de habla hispana.</a:t>
            </a:r>
            <a:br/>
            <a:r>
              <a:rPr sz="2800" b="0">
                <a:solidFill>
                  <a:srgbClr val="3C3C3C"/>
                </a:solidFill>
                <a:latin typeface="Overpass"/>
              </a:rPr>
              <a:t>IA útil, segura y medible.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2011680" cy="137160"/>
          </a:xfrm>
          <a:prstGeom prst="rect">
            <a:avLst/>
          </a:prstGeom>
          <a:solidFill>
            <a:srgbClr val="B2D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ON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"/>
            <a:ext cx="2377440" cy="5706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Overpass"/>
              </a:rPr>
              <a:t>SoonTech  |  info@soon-tech.com  |  Javier: 236 975 1596  |  Cristobal: 778 862 4365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2222E"/>
                </a:solidFill>
                <a:latin typeface="Overpass"/>
              </a:rPr>
              <a:t>Tu reto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0">
                <a:latin typeface="Overpass"/>
              </a:rPr>
              <a:t>IA avanza rápido → ¿por dónde empiezo?</a:t>
            </a:r>
          </a:p>
          <a:p>
            <a:pPr/>
            <a:r>
              <a:rPr sz="2400" b="0">
                <a:latin typeface="Overpass"/>
              </a:rPr>
              <a:t>Tiempo y presupuesto limitados; seguridad primero.</a:t>
            </a:r>
          </a:p>
          <a:p>
            <a:pPr/>
            <a:r>
              <a:rPr sz="2400" b="0">
                <a:latin typeface="Overpass"/>
              </a:rPr>
              <a:t>Oportunidad: usar IA para quitar carga repetitiva y dar foco al cliente.</a:t>
            </a:r>
          </a:p>
        </p:txBody>
      </p:sp>
      <p:pic>
        <p:nvPicPr>
          <p:cNvPr id="4" name="Picture 3" descr="SOON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"/>
            <a:ext cx="2377440" cy="570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Overpass"/>
              </a:rPr>
              <a:t>SoonTech  |  info@soon-tech.com  |  Javier: 236 975 1596  |  Cristobal: 778 862 4365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2222E"/>
                </a:solidFill>
                <a:latin typeface="Overpass"/>
              </a:rPr>
              <a:t>Nuestra propuesta (en 30s)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0">
                <a:latin typeface="Overpass"/>
              </a:rPr>
              <a:t>Valor</a:t>
            </a:r>
          </a:p>
          <a:p>
            <a:pPr lvl="1"/>
            <a:r>
              <a:rPr sz="2200" b="0">
                <a:latin typeface="Overpass"/>
              </a:rPr>
              <a:t>Soluciones a medida</a:t>
            </a:r>
          </a:p>
          <a:p>
            <a:pPr lvl="1"/>
            <a:r>
              <a:rPr sz="2200" b="0">
                <a:latin typeface="Overpass"/>
              </a:rPr>
              <a:t>Estrategia + IA centrada en negocio</a:t>
            </a:r>
          </a:p>
          <a:p>
            <a:pPr lvl="1"/>
            <a:r>
              <a:rPr sz="2200" b="0">
                <a:latin typeface="Overpass"/>
              </a:rPr>
              <a:t>Gobernanza/seguridad y adopción real</a:t>
            </a:r>
          </a:p>
          <a:p>
            <a:pPr/>
            <a:r>
              <a:rPr sz="2400" b="0">
                <a:latin typeface="Overpass"/>
              </a:rPr>
              <a:t>Servicios</a:t>
            </a:r>
          </a:p>
          <a:p>
            <a:pPr lvl="1"/>
            <a:r>
              <a:rPr sz="2200" b="0">
                <a:latin typeface="Overpass"/>
              </a:rPr>
              <a:t>Soporte y mantenimiento</a:t>
            </a:r>
          </a:p>
          <a:p>
            <a:pPr lvl="1"/>
            <a:r>
              <a:rPr sz="2200" b="0">
                <a:latin typeface="Overpass"/>
              </a:rPr>
              <a:t>Redes y seguridad</a:t>
            </a:r>
          </a:p>
          <a:p>
            <a:pPr lvl="1"/>
            <a:r>
              <a:rPr sz="2200" b="0">
                <a:latin typeface="Overpass"/>
              </a:rPr>
              <a:t>Nube y productividad</a:t>
            </a:r>
          </a:p>
          <a:p>
            <a:pPr lvl="1"/>
            <a:r>
              <a:rPr sz="2200" b="0">
                <a:latin typeface="Overpass"/>
              </a:rPr>
              <a:t>Automatización e IA</a:t>
            </a:r>
          </a:p>
          <a:p>
            <a:pPr lvl="1"/>
            <a:r>
              <a:rPr sz="2200" b="0">
                <a:latin typeface="Overpass"/>
              </a:rPr>
              <a:t>Web y datos</a:t>
            </a:r>
          </a:p>
        </p:txBody>
      </p:sp>
      <p:pic>
        <p:nvPicPr>
          <p:cNvPr id="4" name="Picture 3" descr="SOON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"/>
            <a:ext cx="2377440" cy="570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Overpass"/>
              </a:rPr>
              <a:t>SoonTech  |  info@soon-tech.com  |  Javier: 236 975 1596  |  Cristobal: 778 862 4365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2222E"/>
                </a:solidFill>
                <a:latin typeface="Overpass"/>
              </a:rPr>
              <a:t>IA aplicada: 5 pasos simples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0">
                <a:latin typeface="Overpass"/>
              </a:rPr>
              <a:t>1) Descubrir</a:t>
            </a:r>
          </a:p>
          <a:p>
            <a:pPr lvl="1"/>
            <a:r>
              <a:rPr sz="2200" b="0">
                <a:latin typeface="Overpass"/>
              </a:rPr>
              <a:t>Tareas repetitivas, cuellos de botella</a:t>
            </a:r>
          </a:p>
          <a:p>
            <a:pPr/>
            <a:r>
              <a:rPr sz="2400" b="0">
                <a:latin typeface="Overpass"/>
              </a:rPr>
              <a:t>2) Diseñar</a:t>
            </a:r>
          </a:p>
          <a:p>
            <a:pPr lvl="1"/>
            <a:r>
              <a:rPr sz="2200" b="0">
                <a:latin typeface="Overpass"/>
              </a:rPr>
              <a:t>Caso pequeño con ROI claro</a:t>
            </a:r>
          </a:p>
          <a:p>
            <a:pPr/>
            <a:r>
              <a:rPr sz="2400" b="0">
                <a:latin typeface="Overpass"/>
              </a:rPr>
              <a:t>3) Probar (2–4 semanas)</a:t>
            </a:r>
          </a:p>
          <a:p>
            <a:pPr lvl="1"/>
            <a:r>
              <a:rPr sz="2200" b="0">
                <a:latin typeface="Overpass"/>
              </a:rPr>
              <a:t>Medir: tiempo, costo, errores</a:t>
            </a:r>
          </a:p>
          <a:p>
            <a:pPr/>
            <a:r>
              <a:rPr sz="2400" b="0">
                <a:latin typeface="Overpass"/>
              </a:rPr>
              <a:t>4) Desplegar</a:t>
            </a:r>
          </a:p>
          <a:p>
            <a:pPr lvl="1"/>
            <a:r>
              <a:rPr sz="2200" b="0">
                <a:latin typeface="Overpass"/>
              </a:rPr>
              <a:t>Integrar con seguridad y capacitación</a:t>
            </a:r>
          </a:p>
          <a:p>
            <a:pPr/>
            <a:r>
              <a:rPr sz="2400" b="0">
                <a:latin typeface="Overpass"/>
              </a:rPr>
              <a:t>5) Gobernar</a:t>
            </a:r>
          </a:p>
          <a:p>
            <a:pPr lvl="1"/>
            <a:r>
              <a:rPr sz="2200" b="0">
                <a:latin typeface="Overpass"/>
              </a:rPr>
              <a:t>Políticas, privacidad y mejora continua</a:t>
            </a:r>
          </a:p>
        </p:txBody>
      </p:sp>
      <p:pic>
        <p:nvPicPr>
          <p:cNvPr id="4" name="Picture 3" descr="SOON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"/>
            <a:ext cx="2377440" cy="570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Overpass"/>
              </a:rPr>
              <a:t>SoonTech  |  info@soon-tech.com  |  Javier: 236 975 1596  |  Cristobal: 778 862 4365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2222E"/>
                </a:solidFill>
                <a:latin typeface="Overpass"/>
              </a:rPr>
              <a:t>Impacto real (personas y negocio)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0">
                <a:latin typeface="Overpass"/>
              </a:rPr>
              <a:t>Menos tareas repetitivas → más tiempo con clientes y familia.</a:t>
            </a:r>
          </a:p>
          <a:p>
            <a:pPr/>
            <a:r>
              <a:rPr sz="2400" b="0">
                <a:latin typeface="Overpass"/>
              </a:rPr>
              <a:t>Menos estrés; bienestar mental del equipo.</a:t>
            </a:r>
          </a:p>
          <a:p>
            <a:pPr/>
            <a:r>
              <a:rPr sz="2400" b="0">
                <a:latin typeface="Overpass"/>
              </a:rPr>
              <a:t>Caso relámpago (típico)</a:t>
            </a:r>
          </a:p>
          <a:p>
            <a:pPr lvl="1"/>
            <a:r>
              <a:rPr sz="2200" b="0">
                <a:latin typeface="Overpass"/>
              </a:rPr>
              <a:t>Asistente FAQ + resúmenes de correos</a:t>
            </a:r>
          </a:p>
          <a:p>
            <a:pPr lvl="1"/>
            <a:r>
              <a:rPr sz="2200" b="0">
                <a:latin typeface="Overpass"/>
              </a:rPr>
              <a:t>Ahorro: 6–8 horas/semana en administración</a:t>
            </a:r>
          </a:p>
          <a:p>
            <a:pPr lvl="1"/>
            <a:r>
              <a:rPr sz="2200" b="0">
                <a:latin typeface="Overpass"/>
              </a:rPr>
              <a:t>Mejor tiempo de respuesta al cliente</a:t>
            </a:r>
          </a:p>
        </p:txBody>
      </p:sp>
      <p:pic>
        <p:nvPicPr>
          <p:cNvPr id="4" name="Picture 3" descr="SOON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"/>
            <a:ext cx="2377440" cy="570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Overpass"/>
              </a:rPr>
              <a:t>SoonTech  |  info@soon-tech.com  |  Javier: 236 975 1596  |  Cristobal: 778 862 4365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2222E"/>
                </a:solidFill>
                <a:latin typeface="Overpass"/>
              </a:rPr>
              <a:t>Plan de 30 días y siguiente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 b="0">
                <a:latin typeface="Overpass"/>
              </a:rPr>
              <a:t>Semana 1</a:t>
            </a:r>
          </a:p>
          <a:p>
            <a:pPr lvl="1"/>
            <a:r>
              <a:rPr sz="2200" b="0">
                <a:latin typeface="Overpass"/>
              </a:rPr>
              <a:t>Diagnóstico express (90 min) y mapa de oportunidades</a:t>
            </a:r>
          </a:p>
          <a:p>
            <a:pPr/>
            <a:r>
              <a:rPr sz="2400" b="0">
                <a:latin typeface="Overpass"/>
              </a:rPr>
              <a:t>Semana 2</a:t>
            </a:r>
          </a:p>
          <a:p>
            <a:pPr lvl="1"/>
            <a:r>
              <a:rPr sz="2200" b="0">
                <a:latin typeface="Overpass"/>
              </a:rPr>
              <a:t>Elegimos 1 caso de alto impacto y diseñamos piloto</a:t>
            </a:r>
          </a:p>
          <a:p>
            <a:pPr/>
            <a:r>
              <a:rPr sz="2400" b="0">
                <a:latin typeface="Overpass"/>
              </a:rPr>
              <a:t>Semanas 3–4</a:t>
            </a:r>
          </a:p>
          <a:p>
            <a:pPr lvl="1"/>
            <a:r>
              <a:rPr sz="2200" b="0">
                <a:latin typeface="Overpass"/>
              </a:rPr>
              <a:t>Piloto, métricas claras y decisión de escalar</a:t>
            </a:r>
          </a:p>
          <a:p>
            <a:pPr/>
            <a:r>
              <a:rPr sz="2400" b="0">
                <a:latin typeface="Overpass"/>
              </a:rPr>
              <a:t>¿Agendamos la sesión de diagnóstico?</a:t>
            </a:r>
          </a:p>
        </p:txBody>
      </p:sp>
      <p:pic>
        <p:nvPicPr>
          <p:cNvPr id="4" name="Picture 3" descr="SOON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74320"/>
            <a:ext cx="2377440" cy="5706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2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Overpass"/>
              </a:rPr>
              <a:t>SoonTech  |  info@soon-tech.com  |  Javier: 236 975 1596  |  Cristobal: 778 862 4365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SoonTech - Pitch 5 minutos (compacto)</dc:title>
  <dc:subject/>
  <dc:creator>SoonTech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